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162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903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579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780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609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769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008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084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683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522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8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93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298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9290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9254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5796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2195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011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875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African Culture &amp; Information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Aspect: African Communalism</a:t>
            </a:r>
          </a:p>
          <a:p>
            <a:r>
              <a:rPr dirty="0"/>
              <a:t>Area of Specialization: </a:t>
            </a:r>
            <a:r>
              <a:rPr lang="en-US" dirty="0"/>
              <a:t>Business </a:t>
            </a:r>
            <a:r>
              <a:rPr dirty="0"/>
              <a:t>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African culture is rich and diverse.</a:t>
            </a:r>
          </a:p>
          <a:p>
            <a:r>
              <a:t>One key aspect is communalism.</a:t>
            </a:r>
          </a:p>
          <a:p>
            <a:r>
              <a:t>Communalism aligns strongly with Information Technology.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African Communalism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Communalism emphasizes unity and shared responsibility.</a:t>
            </a:r>
          </a:p>
          <a:p>
            <a:r>
              <a:t>'I am because we are' (Ubuntu philosophy).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Communalism in African Society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Promotes cooperation and social support.</a:t>
            </a:r>
          </a:p>
          <a:p>
            <a:r>
              <a:t>Encourages collective problem-solving.</a:t>
            </a:r>
          </a:p>
          <a:p>
            <a:r>
              <a:t>Builds strong communities.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Link Between Communalism and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 systems rely on collaboration.</a:t>
            </a:r>
          </a:p>
          <a:p>
            <a:r>
              <a:t>Examples include shared databases and networks.</a:t>
            </a:r>
          </a:p>
          <a:p>
            <a:r>
              <a:t>Teamwork is essential in software development.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African Communal Values in Modern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Open-source software culture.</a:t>
            </a:r>
          </a:p>
          <a:p>
            <a:r>
              <a:t>Knowledge sharing platforms.</a:t>
            </a:r>
          </a:p>
          <a:p>
            <a:r>
              <a:t>Community-based tech innovation hubs.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Gender Awareness in African Culture &amp;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Both men and women contribute to technology.</a:t>
            </a:r>
          </a:p>
          <a:p>
            <a:r>
              <a:t>Gender inclusivity strengthens innovation.</a:t>
            </a:r>
          </a:p>
          <a:p>
            <a:r>
              <a:t>Equal access to IT opportunities is vital.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to Business Information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Supports collaborative decision-making.</a:t>
            </a:r>
          </a:p>
          <a:p>
            <a:r>
              <a:t>Enhances system integration and data sharing.</a:t>
            </a:r>
          </a:p>
          <a:p>
            <a:r>
              <a:t>Improves organizational efficiency.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African communalism supports IT principles.</a:t>
            </a:r>
          </a:p>
          <a:p>
            <a:r>
              <a:t>Gender awareness strengthens development.</a:t>
            </a:r>
          </a:p>
          <a:p>
            <a:r>
              <a:t>Culture and technology can grow together.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</TotalTime>
  <Words>188</Words>
  <Application>Microsoft Office PowerPoint</Application>
  <PresentationFormat>On-screen Show (4:3)</PresentationFormat>
  <Paragraphs>34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 Boardroom</vt:lpstr>
      <vt:lpstr>African Culture &amp; Information Technology</vt:lpstr>
      <vt:lpstr>Introduction</vt:lpstr>
      <vt:lpstr>Understanding African Communalism</vt:lpstr>
      <vt:lpstr>Importance of Communalism in African Society</vt:lpstr>
      <vt:lpstr>Link Between Communalism and IT</vt:lpstr>
      <vt:lpstr>African Communal Values in Modern IT</vt:lpstr>
      <vt:lpstr>Gender Awareness in African Culture &amp; IT</vt:lpstr>
      <vt:lpstr>Importance to Business Information Technology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2025</cp:lastModifiedBy>
  <cp:revision>2</cp:revision>
  <dcterms:created xsi:type="dcterms:W3CDTF">2013-01-27T09:14:16Z</dcterms:created>
  <dcterms:modified xsi:type="dcterms:W3CDTF">2026-01-26T11:06:32Z</dcterms:modified>
  <cp:category/>
</cp:coreProperties>
</file>