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3" d="100"/>
          <a:sy n="93" d="100"/>
        </p:scale>
        <p:origin x="21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F92E-57D6-8A06-4640-14C6C41615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00EB0B-D945-4047-6E1B-FDBF324762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CBA58C-F13F-9418-7A4C-A03243558279}"/>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5" name="Footer Placeholder 4">
            <a:extLst>
              <a:ext uri="{FF2B5EF4-FFF2-40B4-BE49-F238E27FC236}">
                <a16:creationId xmlns:a16="http://schemas.microsoft.com/office/drawing/2014/main" id="{BC6A3FDC-9D0F-E45E-B1A4-0A14AEE142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FEC48-E2F6-A47B-91B5-91E904BCA8A3}"/>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4205511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5356-7AB3-74F9-0815-72CD448432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C16B51-5CE3-5132-2D9E-A1A5616536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281BF1-3621-FFA7-2FAA-305B80649081}"/>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5" name="Footer Placeholder 4">
            <a:extLst>
              <a:ext uri="{FF2B5EF4-FFF2-40B4-BE49-F238E27FC236}">
                <a16:creationId xmlns:a16="http://schemas.microsoft.com/office/drawing/2014/main" id="{F4CC5C37-DFB8-5101-1DC1-5ADDA1858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D4859B-0792-F302-0F20-D6A2C9341466}"/>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1157352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2C53-4B36-8846-3966-779868733E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1B74A8-FBB5-36C5-F1A3-7FB46E2367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F2370C-085A-7673-77E5-B91CAD55EDEF}"/>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5" name="Footer Placeholder 4">
            <a:extLst>
              <a:ext uri="{FF2B5EF4-FFF2-40B4-BE49-F238E27FC236}">
                <a16:creationId xmlns:a16="http://schemas.microsoft.com/office/drawing/2014/main" id="{3705EBFF-B6C7-4F4E-2CB6-6730A840E0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7CC92-868A-69DF-DBDC-8EA37D97CDF7}"/>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350247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FCBAA-D8E2-E3AC-287B-F8412D584E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E42EA0-1060-8144-6D2F-124D6FC87D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99E3B7-3E1C-451D-39A8-DF07874578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34FBF0-B0A1-1219-67A0-5802DBD30D11}"/>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6" name="Footer Placeholder 5">
            <a:extLst>
              <a:ext uri="{FF2B5EF4-FFF2-40B4-BE49-F238E27FC236}">
                <a16:creationId xmlns:a16="http://schemas.microsoft.com/office/drawing/2014/main" id="{E543C04D-8113-1BBF-895E-6B2B643F34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51DB0A-8BCA-BE12-D933-CFC22167C94C}"/>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2020160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2933-0C36-8CFD-2C29-3525ADD520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C7B52C-92F5-154E-3613-758E10D03E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4EC73B-924B-FC07-9696-E64FDB6E59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D87311-1F90-63ED-51B5-8E19D52B9C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72D361-227F-8F5E-387D-C87E1E33E5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650177-4DB3-7378-1339-924B85114D48}"/>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8" name="Footer Placeholder 7">
            <a:extLst>
              <a:ext uri="{FF2B5EF4-FFF2-40B4-BE49-F238E27FC236}">
                <a16:creationId xmlns:a16="http://schemas.microsoft.com/office/drawing/2014/main" id="{1A7F98FE-FA6F-A5FE-F6AF-773EE95727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E44C7D-A735-1099-A1EE-1E423B72CB8C}"/>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41300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9F23B-147D-DEFF-7BB2-B8D2E119EC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3B485-501E-F730-1B30-0B9C7DE7BC6F}"/>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4" name="Footer Placeholder 3">
            <a:extLst>
              <a:ext uri="{FF2B5EF4-FFF2-40B4-BE49-F238E27FC236}">
                <a16:creationId xmlns:a16="http://schemas.microsoft.com/office/drawing/2014/main" id="{242E4360-D447-ADE2-D043-545B08200F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9A05BE-AF0A-4F7A-A6E3-D68FB77E4B58}"/>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3027081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0235FC-6960-6402-8FF6-B05684285FFD}"/>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3" name="Footer Placeholder 2">
            <a:extLst>
              <a:ext uri="{FF2B5EF4-FFF2-40B4-BE49-F238E27FC236}">
                <a16:creationId xmlns:a16="http://schemas.microsoft.com/office/drawing/2014/main" id="{4874BADA-78CE-CE87-4A53-836B545F43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D2D1A2-F87D-3C6A-9CE3-CD53388FBCA8}"/>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243599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D2389-CEDC-2B31-7C03-2B4EE57869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DD937D-C7BC-7058-3DE5-0AB4820878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DE8FC5-FAF2-F763-EB36-9AD95A54F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E5505A-CA5C-B4D3-0902-16AA6C947654}"/>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6" name="Footer Placeholder 5">
            <a:extLst>
              <a:ext uri="{FF2B5EF4-FFF2-40B4-BE49-F238E27FC236}">
                <a16:creationId xmlns:a16="http://schemas.microsoft.com/office/drawing/2014/main" id="{F2C89627-85AC-B381-94D2-97F05D01EF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2E49A9-6B94-372E-195A-0B3BA0E492BD}"/>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609790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D5EC-3EDE-2923-C21E-CB875DCFC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98AC67-9D04-EB92-5701-5CA016610A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BE9DFD-26F5-38B8-3F85-B3B244939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6BF715-6CD8-4009-C100-1928E8E94AE1}"/>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6" name="Footer Placeholder 5">
            <a:extLst>
              <a:ext uri="{FF2B5EF4-FFF2-40B4-BE49-F238E27FC236}">
                <a16:creationId xmlns:a16="http://schemas.microsoft.com/office/drawing/2014/main" id="{3B2DAE88-06AC-AC00-35A9-39D2C9A621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5872E-0D8C-511C-29F2-88768D05918E}"/>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949641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87398-D85E-1C04-B4E0-8D510C6F06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468C75-A475-66EB-4256-5D5A7B63F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C8517F-963E-DF14-13D4-0F98F11E9C58}"/>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5" name="Footer Placeholder 4">
            <a:extLst>
              <a:ext uri="{FF2B5EF4-FFF2-40B4-BE49-F238E27FC236}">
                <a16:creationId xmlns:a16="http://schemas.microsoft.com/office/drawing/2014/main" id="{2E042411-9220-E810-3815-AEB6ACCA4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710378-D07F-5C31-AA70-BA98E6172DEB}"/>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1920001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2BD6F8-2228-967B-4A06-7A16C3FE1B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CE992D-55E0-8C0D-D0B0-12A86B58E6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8098A0-E4F5-B7FD-A6E3-654E926CFE86}"/>
              </a:ext>
            </a:extLst>
          </p:cNvPr>
          <p:cNvSpPr>
            <a:spLocks noGrp="1"/>
          </p:cNvSpPr>
          <p:nvPr>
            <p:ph type="dt" sz="half" idx="10"/>
          </p:nvPr>
        </p:nvSpPr>
        <p:spPr/>
        <p:txBody>
          <a:bodyPr/>
          <a:lstStyle/>
          <a:p>
            <a:fld id="{C0DAE5A4-0394-4078-AEF0-3A5221CE7F65}" type="datetimeFigureOut">
              <a:rPr lang="en-US" smtClean="0"/>
              <a:t>1/14/2026</a:t>
            </a:fld>
            <a:endParaRPr lang="en-US"/>
          </a:p>
        </p:txBody>
      </p:sp>
      <p:sp>
        <p:nvSpPr>
          <p:cNvPr id="5" name="Footer Placeholder 4">
            <a:extLst>
              <a:ext uri="{FF2B5EF4-FFF2-40B4-BE49-F238E27FC236}">
                <a16:creationId xmlns:a16="http://schemas.microsoft.com/office/drawing/2014/main" id="{AB3DE8BD-F97D-1889-4F42-11123C50C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A552E-B55B-E2CA-487D-5D1D96B20815}"/>
              </a:ext>
            </a:extLst>
          </p:cNvPr>
          <p:cNvSpPr>
            <a:spLocks noGrp="1"/>
          </p:cNvSpPr>
          <p:nvPr>
            <p:ph type="sldNum" sz="quarter" idx="12"/>
          </p:nvPr>
        </p:nvSpPr>
        <p:spPr/>
        <p:txBody>
          <a:bodyPr/>
          <a:lstStyle/>
          <a:p>
            <a:fld id="{20F3F580-E8E6-46B4-B167-101C9B974962}" type="slidenum">
              <a:rPr lang="en-US" smtClean="0"/>
              <a:t>‹#›</a:t>
            </a:fld>
            <a:endParaRPr lang="en-US"/>
          </a:p>
        </p:txBody>
      </p:sp>
    </p:spTree>
    <p:extLst>
      <p:ext uri="{BB962C8B-B14F-4D97-AF65-F5344CB8AC3E}">
        <p14:creationId xmlns:p14="http://schemas.microsoft.com/office/powerpoint/2010/main" val="2963311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D3DE5-B9F3-4C76-D583-6D5ABC6B3A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082385-E554-4DEF-2C83-A5BC95DDB0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AEA3EE-77C3-5839-66A7-4464AEDD25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AE5A4-0394-4078-AEF0-3A5221CE7F65}" type="datetimeFigureOut">
              <a:rPr lang="en-US" smtClean="0"/>
              <a:t>1/14/2026</a:t>
            </a:fld>
            <a:endParaRPr lang="en-US"/>
          </a:p>
        </p:txBody>
      </p:sp>
      <p:sp>
        <p:nvSpPr>
          <p:cNvPr id="5" name="Footer Placeholder 4">
            <a:extLst>
              <a:ext uri="{FF2B5EF4-FFF2-40B4-BE49-F238E27FC236}">
                <a16:creationId xmlns:a16="http://schemas.microsoft.com/office/drawing/2014/main" id="{AEB4D463-C84D-4396-5289-C6275DEBED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93C66D-88BE-B84D-5BDC-3E5F143D0B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F580-E8E6-46B4-B167-101C9B974962}" type="slidenum">
              <a:rPr lang="en-US" smtClean="0"/>
              <a:t>‹#›</a:t>
            </a:fld>
            <a:endParaRPr lang="en-US"/>
          </a:p>
        </p:txBody>
      </p:sp>
    </p:spTree>
    <p:extLst>
      <p:ext uri="{BB962C8B-B14F-4D97-AF65-F5344CB8AC3E}">
        <p14:creationId xmlns:p14="http://schemas.microsoft.com/office/powerpoint/2010/main" val="2788061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F362-A0D7-CE5A-983B-29D0BF0E1101}"/>
              </a:ext>
            </a:extLst>
          </p:cNvPr>
          <p:cNvSpPr>
            <a:spLocks noGrp="1"/>
          </p:cNvSpPr>
          <p:nvPr>
            <p:ph type="ctrTitle"/>
          </p:nvPr>
        </p:nvSpPr>
        <p:spPr/>
        <p:txBody>
          <a:bodyPr/>
          <a:lstStyle/>
          <a:p>
            <a:r>
              <a:rPr lang="en-US" dirty="0"/>
              <a:t>MY LIFE JOURNEY; An autobiography</a:t>
            </a:r>
          </a:p>
        </p:txBody>
      </p:sp>
      <p:sp>
        <p:nvSpPr>
          <p:cNvPr id="3" name="Subtitle 2">
            <a:extLst>
              <a:ext uri="{FF2B5EF4-FFF2-40B4-BE49-F238E27FC236}">
                <a16:creationId xmlns:a16="http://schemas.microsoft.com/office/drawing/2014/main" id="{41297E4C-756B-A97A-1DD8-606C26EDACB3}"/>
              </a:ext>
            </a:extLst>
          </p:cNvPr>
          <p:cNvSpPr>
            <a:spLocks noGrp="1"/>
          </p:cNvSpPr>
          <p:nvPr>
            <p:ph type="subTitle" idx="1"/>
          </p:nvPr>
        </p:nvSpPr>
        <p:spPr/>
        <p:txBody>
          <a:bodyPr/>
          <a:lstStyle/>
          <a:p>
            <a:r>
              <a:rPr lang="en-US" dirty="0"/>
              <a:t>CHERUIYOT RONOH </a:t>
            </a:r>
          </a:p>
          <a:p>
            <a:r>
              <a:rPr lang="en-US" dirty="0"/>
              <a:t>CO27-01-1055/2022</a:t>
            </a:r>
          </a:p>
          <a:p>
            <a:r>
              <a:rPr lang="en-US" dirty="0"/>
              <a:t>Bachelor of science in Business information </a:t>
            </a:r>
            <a:r>
              <a:rPr lang="en-US" dirty="0" err="1"/>
              <a:t>technoloy</a:t>
            </a:r>
            <a:endParaRPr lang="en-US" dirty="0"/>
          </a:p>
        </p:txBody>
      </p:sp>
    </p:spTree>
    <p:extLst>
      <p:ext uri="{BB962C8B-B14F-4D97-AF65-F5344CB8AC3E}">
        <p14:creationId xmlns:p14="http://schemas.microsoft.com/office/powerpoint/2010/main" val="3956070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5928-47BE-BEAA-C1D3-367A8F343F68}"/>
              </a:ext>
            </a:extLst>
          </p:cNvPr>
          <p:cNvSpPr>
            <a:spLocks noGrp="1"/>
          </p:cNvSpPr>
          <p:nvPr>
            <p:ph type="title"/>
          </p:nvPr>
        </p:nvSpPr>
        <p:spPr/>
        <p:txBody>
          <a:bodyPr/>
          <a:lstStyle/>
          <a:p>
            <a:r>
              <a:rPr lang="en-US" dirty="0"/>
              <a:t>		INTRODUCTION</a:t>
            </a:r>
          </a:p>
        </p:txBody>
      </p:sp>
      <p:sp>
        <p:nvSpPr>
          <p:cNvPr id="3" name="Content Placeholder 2">
            <a:extLst>
              <a:ext uri="{FF2B5EF4-FFF2-40B4-BE49-F238E27FC236}">
                <a16:creationId xmlns:a16="http://schemas.microsoft.com/office/drawing/2014/main" id="{279A6621-8366-3B7F-FDAD-D8C7E298D655}"/>
              </a:ext>
            </a:extLst>
          </p:cNvPr>
          <p:cNvSpPr>
            <a:spLocks noGrp="1"/>
          </p:cNvSpPr>
          <p:nvPr>
            <p:ph idx="1"/>
          </p:nvPr>
        </p:nvSpPr>
        <p:spPr/>
        <p:txBody>
          <a:bodyPr>
            <a:normAutofit fontScale="70000" lnSpcReduction="20000"/>
          </a:bodyPr>
          <a:lstStyle/>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 am 21 years old lady considering myself a woman of character which sets me apart.</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Currently I am residing in Nyeri county, Kenya for my studies.</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 will be talking about;     </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Early life</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Education journey</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Career and work</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Hobbies and interests</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Challenges faced</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Life lessons</a:t>
            </a:r>
          </a:p>
          <a:p>
            <a:pPr algn="just">
              <a:lnSpc>
                <a:spcPct val="12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Achievements and awards</a:t>
            </a:r>
            <a:endParaRPr lang="en-US" dirty="0"/>
          </a:p>
        </p:txBody>
      </p:sp>
    </p:spTree>
    <p:extLst>
      <p:ext uri="{BB962C8B-B14F-4D97-AF65-F5344CB8AC3E}">
        <p14:creationId xmlns:p14="http://schemas.microsoft.com/office/powerpoint/2010/main" val="1660391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E2777-6D0D-5FBE-D39B-E1BC9AA712D0}"/>
              </a:ext>
            </a:extLst>
          </p:cNvPr>
          <p:cNvSpPr>
            <a:spLocks noGrp="1"/>
          </p:cNvSpPr>
          <p:nvPr>
            <p:ph type="title"/>
          </p:nvPr>
        </p:nvSpPr>
        <p:spPr/>
        <p:txBody>
          <a:bodyPr/>
          <a:lstStyle/>
          <a:p>
            <a:r>
              <a:rPr lang="en-US" dirty="0"/>
              <a:t>EARLY LIFE</a:t>
            </a:r>
          </a:p>
        </p:txBody>
      </p:sp>
      <p:sp>
        <p:nvSpPr>
          <p:cNvPr id="3" name="Content Placeholder 2">
            <a:extLst>
              <a:ext uri="{FF2B5EF4-FFF2-40B4-BE49-F238E27FC236}">
                <a16:creationId xmlns:a16="http://schemas.microsoft.com/office/drawing/2014/main" id="{D0B35F99-C410-35FE-F093-7AFDAA7C06CD}"/>
              </a:ext>
            </a:extLst>
          </p:cNvPr>
          <p:cNvSpPr>
            <a:spLocks noGrp="1"/>
          </p:cNvSpPr>
          <p:nvPr>
            <p:ph idx="1"/>
          </p:nvPr>
        </p:nvSpPr>
        <p:spPr/>
        <p:txBody>
          <a:bodyPr/>
          <a:lstStyle/>
          <a:p>
            <a:r>
              <a:rPr lang="en-US" dirty="0"/>
              <a:t>I was on the 5</a:t>
            </a:r>
            <a:r>
              <a:rPr lang="en-US" baseline="30000" dirty="0"/>
              <a:t>th</a:t>
            </a:r>
            <a:r>
              <a:rPr lang="en-US" dirty="0"/>
              <a:t> of October 2002 </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 am the fourth born of five amongst four brothers.</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Brought up in a loving family by both parents.</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 liked painting and drawing in my early years.</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 was passionate on reading and writing</a:t>
            </a:r>
            <a:endParaRPr lang="en-KE"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36988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DC090-3FB6-E36A-1BE0-28316E7E92E0}"/>
              </a:ext>
            </a:extLst>
          </p:cNvPr>
          <p:cNvSpPr>
            <a:spLocks noGrp="1"/>
          </p:cNvSpPr>
          <p:nvPr>
            <p:ph type="title"/>
          </p:nvPr>
        </p:nvSpPr>
        <p:spPr/>
        <p:txBody>
          <a:bodyPr/>
          <a:lstStyle/>
          <a:p>
            <a:r>
              <a:rPr lang="en-US" dirty="0"/>
              <a:t>EDUCATIONAL JOURNEY</a:t>
            </a:r>
          </a:p>
        </p:txBody>
      </p:sp>
      <p:sp>
        <p:nvSpPr>
          <p:cNvPr id="3" name="Content Placeholder 2">
            <a:extLst>
              <a:ext uri="{FF2B5EF4-FFF2-40B4-BE49-F238E27FC236}">
                <a16:creationId xmlns:a16="http://schemas.microsoft.com/office/drawing/2014/main" id="{49035B80-9BFF-197E-97E5-560661A8AAA3}"/>
              </a:ext>
            </a:extLst>
          </p:cNvPr>
          <p:cNvSpPr>
            <a:spLocks noGrp="1"/>
          </p:cNvSpPr>
          <p:nvPr>
            <p:ph idx="1"/>
          </p:nvPr>
        </p:nvSpPr>
        <p:spPr/>
        <p:txBody>
          <a:bodyPr>
            <a:normAutofit lnSpcReduction="10000"/>
          </a:bodyPr>
          <a:lstStyle/>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Pre-Primary education;  AGC-fellowship school. </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Primary education; </a:t>
            </a:r>
            <a:r>
              <a:rPr lang="en-US" dirty="0" err="1">
                <a:latin typeface="Times New Roman" panose="02020603050405020304" pitchFamily="18" charset="0"/>
                <a:cs typeface="Times New Roman" panose="02020603050405020304" pitchFamily="18" charset="0"/>
              </a:rPr>
              <a:t>Shangilia</a:t>
            </a:r>
            <a:r>
              <a:rPr lang="en-US" dirty="0">
                <a:latin typeface="Times New Roman" panose="02020603050405020304" pitchFamily="18" charset="0"/>
                <a:cs typeface="Times New Roman" panose="02020603050405020304" pitchFamily="18" charset="0"/>
              </a:rPr>
              <a:t> academy school.</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Secondary education; Moi </a:t>
            </a:r>
            <a:r>
              <a:rPr lang="en-US" dirty="0" err="1">
                <a:latin typeface="Times New Roman" panose="02020603050405020304" pitchFamily="18" charset="0"/>
                <a:cs typeface="Times New Roman" panose="02020603050405020304" pitchFamily="18" charset="0"/>
              </a:rPr>
              <a:t>Amalo</a:t>
            </a:r>
            <a:r>
              <a:rPr lang="en-US" dirty="0">
                <a:latin typeface="Times New Roman" panose="02020603050405020304" pitchFamily="18" charset="0"/>
                <a:cs typeface="Times New Roman" panose="02020603050405020304" pitchFamily="18" charset="0"/>
              </a:rPr>
              <a:t> secondary school.</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College education; Dedan Kimathi university of technology.</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Currently I am an undergraduate pursuing Bachelors of science in Business Information Technology</a:t>
            </a:r>
            <a:endParaRPr lang="en-KE"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72783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613A-87ED-6823-FA41-2FB25DDF8704}"/>
              </a:ext>
            </a:extLst>
          </p:cNvPr>
          <p:cNvSpPr>
            <a:spLocks noGrp="1"/>
          </p:cNvSpPr>
          <p:nvPr>
            <p:ph type="title"/>
          </p:nvPr>
        </p:nvSpPr>
        <p:spPr/>
        <p:txBody>
          <a:bodyPr/>
          <a:lstStyle/>
          <a:p>
            <a:r>
              <a:rPr lang="en-US" dirty="0"/>
              <a:t>HOBBIES AND INTERESTS</a:t>
            </a:r>
          </a:p>
        </p:txBody>
      </p:sp>
      <p:sp>
        <p:nvSpPr>
          <p:cNvPr id="3" name="Content Placeholder 2">
            <a:extLst>
              <a:ext uri="{FF2B5EF4-FFF2-40B4-BE49-F238E27FC236}">
                <a16:creationId xmlns:a16="http://schemas.microsoft.com/office/drawing/2014/main" id="{71B32D55-148A-E683-A8C0-6470C73883CE}"/>
              </a:ext>
            </a:extLst>
          </p:cNvPr>
          <p:cNvSpPr>
            <a:spLocks noGrp="1"/>
          </p:cNvSpPr>
          <p:nvPr>
            <p:ph idx="1"/>
          </p:nvPr>
        </p:nvSpPr>
        <p:spPr/>
        <p:txBody>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Writing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Photography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Painting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Community service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Hiking</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Public Speaking</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Cooking</a:t>
            </a:r>
          </a:p>
          <a:p>
            <a:endParaRPr lang="en-US" dirty="0"/>
          </a:p>
        </p:txBody>
      </p:sp>
    </p:spTree>
    <p:extLst>
      <p:ext uri="{BB962C8B-B14F-4D97-AF65-F5344CB8AC3E}">
        <p14:creationId xmlns:p14="http://schemas.microsoft.com/office/powerpoint/2010/main" val="4091889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EC37-97C5-93FD-E88E-58800066906D}"/>
              </a:ext>
            </a:extLst>
          </p:cNvPr>
          <p:cNvSpPr>
            <a:spLocks noGrp="1"/>
          </p:cNvSpPr>
          <p:nvPr>
            <p:ph type="title"/>
          </p:nvPr>
        </p:nvSpPr>
        <p:spPr/>
        <p:txBody>
          <a:bodyPr/>
          <a:lstStyle/>
          <a:p>
            <a:r>
              <a:rPr lang="en-US" dirty="0"/>
              <a:t>CHALLENGES FACED</a:t>
            </a:r>
          </a:p>
        </p:txBody>
      </p:sp>
      <p:sp>
        <p:nvSpPr>
          <p:cNvPr id="3" name="Content Placeholder 2">
            <a:extLst>
              <a:ext uri="{FF2B5EF4-FFF2-40B4-BE49-F238E27FC236}">
                <a16:creationId xmlns:a16="http://schemas.microsoft.com/office/drawing/2014/main" id="{5B0CD110-09F1-81E6-8AB1-BC74C587926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Life has tested me in many ways—from a modest upbringing to battling health struggles. Yet, through every hardship, I’ve discovered that perseverance, grit, and an unwavering belief in better days have been my anchors, turning obstacles into stepping stones.</a:t>
            </a:r>
            <a:endParaRPr lang="en-KE"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66568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79A8-EDAC-D2A1-91FA-9819F0979BBD}"/>
              </a:ext>
            </a:extLst>
          </p:cNvPr>
          <p:cNvSpPr>
            <a:spLocks noGrp="1"/>
          </p:cNvSpPr>
          <p:nvPr>
            <p:ph type="title"/>
          </p:nvPr>
        </p:nvSpPr>
        <p:spPr/>
        <p:txBody>
          <a:bodyPr/>
          <a:lstStyle/>
          <a:p>
            <a:r>
              <a:rPr lang="en-US" dirty="0"/>
              <a:t>LIFE LESSONS</a:t>
            </a:r>
          </a:p>
        </p:txBody>
      </p:sp>
      <p:sp>
        <p:nvSpPr>
          <p:cNvPr id="3" name="Content Placeholder 2">
            <a:extLst>
              <a:ext uri="{FF2B5EF4-FFF2-40B4-BE49-F238E27FC236}">
                <a16:creationId xmlns:a16="http://schemas.microsoft.com/office/drawing/2014/main" id="{A3FD9B0D-2A76-D3B5-EC0C-82D03BE2EDDF}"/>
              </a:ext>
            </a:extLst>
          </p:cNvPr>
          <p:cNvSpPr>
            <a:spLocks noGrp="1"/>
          </p:cNvSpPr>
          <p:nvPr>
            <p:ph idx="1"/>
          </p:nvPr>
        </p:nvSpPr>
        <p:spPr/>
        <p:txBody>
          <a:bodyPr>
            <a:normAutofit lnSpcReduction="10000"/>
          </a:bodyPr>
          <a:lstStyle/>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Overcoming adversity</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Adapting flexibly</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Seizing opportunities</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Exercising self-control</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Keeping an optimistic mindset</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Cultivating thankfulness</a:t>
            </a:r>
            <a:endParaRPr lang="en-KE"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5730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C1610-640D-F37E-9FB2-ACAA01965800}"/>
              </a:ext>
            </a:extLst>
          </p:cNvPr>
          <p:cNvSpPr>
            <a:spLocks noGrp="1"/>
          </p:cNvSpPr>
          <p:nvPr>
            <p:ph type="title"/>
          </p:nvPr>
        </p:nvSpPr>
        <p:spPr/>
        <p:txBody>
          <a:bodyPr/>
          <a:lstStyle/>
          <a:p>
            <a:r>
              <a:rPr lang="en-US" dirty="0"/>
              <a:t>ACHIEVEMENTS AND AWARDS</a:t>
            </a:r>
          </a:p>
        </p:txBody>
      </p:sp>
      <p:sp>
        <p:nvSpPr>
          <p:cNvPr id="3" name="Content Placeholder 2">
            <a:extLst>
              <a:ext uri="{FF2B5EF4-FFF2-40B4-BE49-F238E27FC236}">
                <a16:creationId xmlns:a16="http://schemas.microsoft.com/office/drawing/2014/main" id="{D73C05F6-D894-FE56-8E4A-B9730F3FD0D3}"/>
              </a:ext>
            </a:extLst>
          </p:cNvPr>
          <p:cNvSpPr>
            <a:spLocks noGrp="1"/>
          </p:cNvSpPr>
          <p:nvPr>
            <p:ph idx="1"/>
          </p:nvPr>
        </p:nvSpPr>
        <p:spPr/>
        <p:txBody>
          <a:bodyPr/>
          <a:lstStyle/>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Academic achievements; Receiving academic awards for outstanding performance in school.</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Sports achievements; Winning championships in sports competition.</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Community service award; Recognition for volunteering, making a positive impact.</a:t>
            </a:r>
          </a:p>
          <a:p>
            <a:pPr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Personal milestones; achieving personal goals, overcoming adversity</a:t>
            </a:r>
            <a:r>
              <a:rPr lang="en-US" dirty="0"/>
              <a:t>.</a:t>
            </a:r>
          </a:p>
          <a:p>
            <a:endParaRPr lang="en-US" dirty="0"/>
          </a:p>
        </p:txBody>
      </p:sp>
    </p:spTree>
    <p:extLst>
      <p:ext uri="{BB962C8B-B14F-4D97-AF65-F5344CB8AC3E}">
        <p14:creationId xmlns:p14="http://schemas.microsoft.com/office/powerpoint/2010/main" val="1859332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A2610-9ACA-A018-AD6F-A1EB88E2635A}"/>
              </a:ext>
            </a:extLst>
          </p:cNvPr>
          <p:cNvSpPr>
            <a:spLocks noGrp="1"/>
          </p:cNvSpPr>
          <p:nvPr>
            <p:ph type="title"/>
          </p:nvPr>
        </p:nvSpPr>
        <p:spPr/>
        <p:txBody>
          <a:bodyPr/>
          <a:lstStyle/>
          <a:p>
            <a:r>
              <a:rPr lang="en-US" dirty="0"/>
              <a:t>CONCLUTION</a:t>
            </a:r>
          </a:p>
        </p:txBody>
      </p:sp>
      <p:sp>
        <p:nvSpPr>
          <p:cNvPr id="3" name="Content Placeholder 2">
            <a:extLst>
              <a:ext uri="{FF2B5EF4-FFF2-40B4-BE49-F238E27FC236}">
                <a16:creationId xmlns:a16="http://schemas.microsoft.com/office/drawing/2014/main" id="{A9D38436-8BC8-4FDA-11F1-62C7AEFFC70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Life becomes truly beautiful when you embrace gratitude for every experience. I’m deeply thankful for my unwavering support system—family, friends, and mentors who’ve guided and motivated me. With a heart full of hope, I look forward to endless growth, learning, and creating meaningful change in the world.</a:t>
            </a:r>
          </a:p>
          <a:p>
            <a:endParaRPr lang="en-US" dirty="0"/>
          </a:p>
        </p:txBody>
      </p:sp>
    </p:spTree>
    <p:extLst>
      <p:ext uri="{BB962C8B-B14F-4D97-AF65-F5344CB8AC3E}">
        <p14:creationId xmlns:p14="http://schemas.microsoft.com/office/powerpoint/2010/main" val="3905700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MY LIFE JOURNEY; An autobiography</vt:lpstr>
      <vt:lpstr>  INTRODUCTION</vt:lpstr>
      <vt:lpstr>EARLY LIFE</vt:lpstr>
      <vt:lpstr>EDUCATIONAL JOURNEY</vt:lpstr>
      <vt:lpstr>HOBBIES AND INTERESTS</vt:lpstr>
      <vt:lpstr>CHALLENGES FACED</vt:lpstr>
      <vt:lpstr>LIFE LESSONS</vt:lpstr>
      <vt:lpstr>ACHIEVEMENTS AND AWARDS</vt:lpstr>
      <vt:lpstr>CONCLUTION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2025</dc:creator>
  <cp:lastModifiedBy>2025</cp:lastModifiedBy>
  <cp:revision>1</cp:revision>
  <dcterms:created xsi:type="dcterms:W3CDTF">2026-01-14T13:05:28Z</dcterms:created>
  <dcterms:modified xsi:type="dcterms:W3CDTF">2026-01-14T13:05:56Z</dcterms:modified>
</cp:coreProperties>
</file>