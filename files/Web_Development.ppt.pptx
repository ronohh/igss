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8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1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1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1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8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6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8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1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9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66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71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40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07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04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21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1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2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Development in Information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Innovation Shaping the Digital World</a:t>
            </a:r>
          </a:p>
          <a:p>
            <a:endParaRPr/>
          </a:p>
          <a:p>
            <a:r>
              <a:t>Presented by: Cheruiyot Rono Emmanuel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development involves designing, building, and maintaining websites.</a:t>
            </a:r>
          </a:p>
          <a:p>
            <a:r>
              <a:t>It supports communication, business, education, healthcare, and government services.</a:t>
            </a:r>
          </a:p>
          <a:p>
            <a:r>
              <a:t>It is the foundation of modern IT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&amp;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1990s: Static websites using HTML only.</a:t>
            </a:r>
          </a:p>
          <a:p>
            <a:r>
              <a:t>CSS and JavaScript introduced for design and interactivity.</a:t>
            </a:r>
          </a:p>
          <a:p>
            <a:r>
              <a:t>Dynamic era enabled databases, logins, and e-commerce.</a:t>
            </a:r>
          </a:p>
          <a:p>
            <a:r>
              <a:t>Modern era uses cloud, APIs, and frameworks.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Front-End: User interface (HTML, CSS, JavaScript).</a:t>
            </a:r>
          </a:p>
          <a:p>
            <a:r>
              <a:t>Back-End: Server logic, databases, authentication.</a:t>
            </a:r>
          </a:p>
          <a:p>
            <a:r>
              <a:t>Full-Stack: Combination of front-end and back-end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Web Development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Client–server architecture.</a:t>
            </a:r>
          </a:p>
          <a:p>
            <a:r>
              <a:t>Browser sends request to server.</a:t>
            </a:r>
          </a:p>
          <a:p>
            <a:r>
              <a:t>Server processes request and retrieves data.</a:t>
            </a:r>
          </a:p>
          <a:p>
            <a:r>
              <a:t>Response displayed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Web Design.</a:t>
            </a:r>
          </a:p>
          <a:p>
            <a:r>
              <a:t>Progressive Web Applications (PWAs).</a:t>
            </a:r>
          </a:p>
          <a:p>
            <a:r>
              <a:t>Cloud-based web applications.</a:t>
            </a:r>
          </a:p>
          <a:p>
            <a:r>
              <a:t>APIs and integrations.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Drives digital transformation.</a:t>
            </a:r>
          </a:p>
          <a:p>
            <a:r>
              <a:t>Used in banking, healthcare, education, e-commerce, and government.</a:t>
            </a:r>
          </a:p>
          <a:p>
            <a:r>
              <a:t>Improves efficiency and service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 Global access, cost efficiency, easy updates.</a:t>
            </a:r>
          </a:p>
          <a:p>
            <a:r>
              <a:t>Challenges: Security threats, privacy issues, browser compatibility.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trends include AI, automation, and voice-enabled websites.</a:t>
            </a:r>
          </a:p>
          <a:p>
            <a:r>
              <a:t>Web development remains central to IT innovation.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246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Web Development in Information Technology</vt:lpstr>
      <vt:lpstr>Introduction</vt:lpstr>
      <vt:lpstr>Evolution &amp; History</vt:lpstr>
      <vt:lpstr>Types of Web Development</vt:lpstr>
      <vt:lpstr>How Web Development Works</vt:lpstr>
      <vt:lpstr>Modern Innovations</vt:lpstr>
      <vt:lpstr>Importance &amp; Applications</vt:lpstr>
      <vt:lpstr>Advantages &amp; Challenges</vt:lpstr>
      <vt:lpstr>Future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SHANE WACHIURI.</dc:creator>
  <cp:keywords/>
  <dc:description>generated using python-pptx</dc:description>
  <cp:lastModifiedBy>SHANE MWANGI</cp:lastModifiedBy>
  <cp:revision>2</cp:revision>
  <dcterms:created xsi:type="dcterms:W3CDTF">2013-01-27T09:14:16Z</dcterms:created>
  <dcterms:modified xsi:type="dcterms:W3CDTF">2026-01-30T13:41:07Z</dcterms:modified>
  <cp:category/>
</cp:coreProperties>
</file>